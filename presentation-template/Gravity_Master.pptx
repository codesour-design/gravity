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embeddedFontLst>
    <p:embeddedFont>
      <p:font typeface="Oswald"/>
      <p:regular r:id="rId9001"/>
      <p:bold r:id="rId9002"/>
    </p:embeddedFont>
    <p:embeddedFont>
      <p:font typeface="Inter"/>
      <p:regular r:id="rId9003"/>
      <p:bold r:id="rId900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avity –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0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2606040"/>
            <a:ext cx="8595360" cy="2194560"/>
          </a:xfrm>
        </p:spPr>
        <p:txBody>
          <a:bodyPr anchor="t" lIns="0" rIns="0" tIns="0" bIns="0"/>
          <a:lstStyle>
            <a:lvl1pPr algn="l" marL="0" indent="0">
              <a:lnSpc>
                <a:spcPct val="98000"/>
              </a:lnSpc>
              <a:buNone/>
              <a:defRPr sz="5400" b="1">
                <a:solidFill>
                  <a:srgbClr val="FFFFFF"/>
                </a:solidFill>
                <a:latin typeface="Oswa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4892040"/>
            <a:ext cx="7863840" cy="1005840"/>
          </a:xfrm>
        </p:spPr>
        <p:txBody>
          <a:bodyPr lIns="0" rIns="0" tIns="0" bIns="0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marL="0" indent="0">
              <a:lnSpc>
                <a:spcPct val="125000"/>
              </a:lnSpc>
              <a:buNone/>
              <a:defRPr sz="1800" b="0">
                <a:solidFill>
                  <a:srgbClr val="DAD3FF"/>
                </a:solidFill>
                <a:latin typeface="Inter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mark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-1005840"/>
            <a:ext cx="5559552" cy="8778240"/>
          </a:xfrm>
          <a:prstGeom prst="rect">
            <a:avLst/>
          </a:prstGeom>
        </p:spPr>
      </p:pic>
      <p:pic>
        <p:nvPicPr>
          <p:cNvPr id="9" name="Picture 8" descr="ty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31520"/>
            <a:ext cx="1554480" cy="5225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33172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250">
                <a:solidFill>
                  <a:srgbClr val="FF4A1C"/>
                </a:solidFill>
                <a:latin typeface="Oswald"/>
              </a:rPr>
              <a:t>TIPO DI DOCUMENTO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6089904"/>
            <a:ext cx="146304" cy="146304"/>
          </a:xfrm>
          <a:prstGeom prst="ellipse">
            <a:avLst/>
          </a:prstGeom>
          <a:solidFill>
            <a:srgbClr val="FF4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6BFF2"/>
                </a:solidFill>
                <a:latin typeface="Inter"/>
              </a:rPr>
              <a:t>CodeSour · Gravity · 2026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vity –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024128"/>
            <a:ext cx="10515600" cy="914400"/>
          </a:xfrm>
        </p:spPr>
        <p:txBody>
          <a:bodyPr lIns="0" rIns="0" tIns="0" bIns="0"/>
          <a:lstStyle>
            <a:lvl1pPr algn="l" marL="0" indent="0">
              <a:lnSpc>
                <a:spcPct val="100000"/>
              </a:lnSpc>
              <a:buNone/>
              <a:defRPr sz="3400" b="1">
                <a:solidFill>
                  <a:srgbClr val="141416"/>
                </a:solidFill>
                <a:latin typeface="Oswa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331720"/>
            <a:ext cx="10424160" cy="3657600"/>
          </a:xfrm>
        </p:spPr>
        <p:txBody>
          <a:bodyPr lIns="0" rIns="0" tIns="0" bIns="0"/>
          <a:lstStyle>
            <a:lvl1pPr algn="l" marL="274320" indent="-274320">
              <a:lnSpc>
                <a:spcPct val="120000"/>
              </a:lnSpc>
              <a:buClr>
                <a:srgbClr val="FF4A1C"/>
              </a:buClr>
              <a:buSzPct val="70000"/>
              <a:buFont typeface="Arial"/>
              <a:buChar char="▪"/>
              <a:defRPr sz="1600" b="0">
                <a:solidFill>
                  <a:srgbClr val="141416"/>
                </a:solidFill>
                <a:latin typeface="Inter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250">
                <a:solidFill>
                  <a:srgbClr val="FF4A1C"/>
                </a:solidFill>
                <a:latin typeface="Oswald"/>
              </a:rPr>
              <a:t>SEZIONE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ravity –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023360"/>
            <a:ext cx="8778240" cy="1188720"/>
          </a:xfrm>
        </p:spPr>
        <p:txBody>
          <a:bodyPr anchor="t" lIns="0" rIns="0" tIns="0" bIns="0"/>
          <a:lstStyle>
            <a:lvl1pPr algn="l" marL="0" indent="0">
              <a:lnSpc>
                <a:spcPct val="98000"/>
              </a:lnSpc>
              <a:buNone/>
              <a:defRPr sz="4400" b="1">
                <a:solidFill>
                  <a:srgbClr val="FFFFFF"/>
                </a:solidFill>
                <a:latin typeface="Oswa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5166360"/>
            <a:ext cx="7863840" cy="914400"/>
          </a:xfrm>
        </p:spPr>
        <p:txBody>
          <a:bodyPr anchor="b" lIns="0" rIns="0" tIns="0" bIns="0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marL="0" indent="0">
              <a:lnSpc>
                <a:spcPct val="120000"/>
              </a:lnSpc>
              <a:buNone/>
              <a:defRPr sz="1600" b="0">
                <a:solidFill>
                  <a:srgbClr val="C2C0CE"/>
                </a:solidFill>
                <a:latin typeface="Inter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mark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011680"/>
            <a:ext cx="3822192" cy="6035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4173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0" b="1">
                <a:solidFill>
                  <a:srgbClr val="FF4A1C"/>
                </a:solidFill>
                <a:latin typeface="Oswa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Gravity –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024128"/>
            <a:ext cx="10515600" cy="914400"/>
          </a:xfrm>
        </p:spPr>
        <p:txBody>
          <a:bodyPr lIns="0" rIns="0" tIns="0" bIns="0"/>
          <a:lstStyle>
            <a:lvl1pPr algn="l" marL="0" indent="0">
              <a:lnSpc>
                <a:spcPct val="100000"/>
              </a:lnSpc>
              <a:buNone/>
              <a:defRPr sz="3400" b="1">
                <a:solidFill>
                  <a:srgbClr val="141416"/>
                </a:solidFill>
                <a:latin typeface="Oswa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331720"/>
            <a:ext cx="4937760" cy="3566160"/>
          </a:xfrm>
        </p:spPr>
        <p:txBody>
          <a:bodyPr lIns="0" rIns="0" tIns="0" bIns="0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 marL="274320" indent="-274320">
              <a:lnSpc>
                <a:spcPct val="120000"/>
              </a:lnSpc>
              <a:buClr>
                <a:srgbClr val="FF4A1C"/>
              </a:buClr>
              <a:buSzPct val="70000"/>
              <a:buFont typeface="Arial"/>
              <a:buChar char="▪"/>
              <a:defRPr sz="1500" b="0">
                <a:solidFill>
                  <a:srgbClr val="141416"/>
                </a:solidFill>
                <a:latin typeface="Inter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6520" y="2331720"/>
            <a:ext cx="4937760" cy="3566160"/>
          </a:xfrm>
        </p:spPr>
        <p:txBody>
          <a:bodyPr lIns="0" rIns="0" tIns="0" bIns="0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 marL="274320" indent="-274320">
              <a:lnSpc>
                <a:spcPct val="120000"/>
              </a:lnSpc>
              <a:buClr>
                <a:srgbClr val="FF4A1C"/>
              </a:buClr>
              <a:buSzPct val="70000"/>
              <a:buFont typeface="Arial"/>
              <a:buChar char="▪"/>
              <a:defRPr sz="1500" b="0">
                <a:solidFill>
                  <a:srgbClr val="141416"/>
                </a:solidFill>
                <a:latin typeface="Inter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250">
                <a:solidFill>
                  <a:srgbClr val="FF4A1C"/>
                </a:solidFill>
                <a:latin typeface="Oswald"/>
              </a:rPr>
              <a:t>SEZIONE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vity –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2651760"/>
            <a:ext cx="9601200" cy="1645920"/>
          </a:xfrm>
        </p:spPr>
        <p:txBody>
          <a:bodyPr anchor="ctr" lIns="0" rIns="0" tIns="0" bIns="0"/>
          <a:lstStyle>
            <a:lvl1pPr algn="l" marL="0" indent="0">
              <a:lnSpc>
                <a:spcPct val="98000"/>
              </a:lnSpc>
              <a:buNone/>
              <a:defRPr sz="6200" b="1">
                <a:solidFill>
                  <a:srgbClr val="FFFFFF"/>
                </a:solidFill>
                <a:latin typeface="Oswa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ark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-822960"/>
            <a:ext cx="5443728" cy="8595360"/>
          </a:xfrm>
          <a:prstGeom prst="rect">
            <a:avLst/>
          </a:prstGeom>
        </p:spPr>
      </p:pic>
      <p:pic>
        <p:nvPicPr>
          <p:cNvPr id="8" name="Picture 7" descr="ty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1554480" cy="52251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41248" y="4754880"/>
            <a:ext cx="146304" cy="146304"/>
          </a:xfrm>
          <a:prstGeom prst="ellipse">
            <a:avLst/>
          </a:prstGeom>
          <a:solidFill>
            <a:srgbClr val="FF4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70001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Inter"/>
              </a:rPr>
              <a:t>Gravity · CodeSour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Titolo del documento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Sottotitolo o claim su una o due righe.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Contesto e obiettivi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punto di partenza e cosa vogliamo ottenere.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problema da risolvere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Primo punto chiave, conciso e azionabile.</a:t>
            </a:r>
          </a:p>
          <a:p>
            <a:r>
              <a:t>Secondo punto che aggiunge una sfumatura.</a:t>
            </a:r>
          </a:p>
          <a:p>
            <a:r>
              <a:t>Terzo punto a chiusura del ragionamento.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 binari complementari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Sul prototipo: traccia il flusso.</a:t>
            </a:r>
          </a:p>
          <a:p>
            <a:r>
              <a:t>Inspector dei componenti.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Su Jira: lavoro in ticket.</a:t>
            </a:r>
          </a:p>
          <a:p>
            <a:r>
              <a:t>Stimabile e tracciabile.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buon lavoro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0A0A"/>
      </a:dk2>
      <a:lt2>
        <a:srgbClr val="F5F5F5"/>
      </a:lt2>
      <a:accent1>
        <a:srgbClr val="3E00FB"/>
      </a:accent1>
      <a:accent2>
        <a:srgbClr val="FF4A1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Oswa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